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85420767716534"/>
          <c:y val="2.578124841404722E-2"/>
          <c:w val="0.63229170767716536"/>
          <c:h val="0.948437503171905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tx1"/>
            </a:solidFill>
          </c:spPr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039-4625-8CC2-FF7191EB9979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039-4625-8CC2-FF7191EB9979}"/>
              </c:ext>
            </c:extLst>
          </c:dPt>
          <c:dPt>
            <c:idx val="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039-4625-8CC2-FF7191EB9979}"/>
              </c:ext>
            </c:extLst>
          </c:dPt>
          <c:dPt>
            <c:idx val="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039-4625-8CC2-FF7191EB9979}"/>
              </c:ext>
            </c:extLst>
          </c:dPt>
          <c:dPt>
            <c:idx val="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039-4625-8CC2-FF7191EB9979}"/>
              </c:ext>
            </c:extLst>
          </c:dPt>
          <c:dPt>
            <c:idx val="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039-4625-8CC2-FF7191EB9979}"/>
              </c:ext>
            </c:extLst>
          </c:dPt>
          <c:dPt>
            <c:idx val="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A039-4625-8CC2-FF7191EB9979}"/>
              </c:ext>
            </c:extLst>
          </c:dPt>
          <c:dPt>
            <c:idx val="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A039-4625-8CC2-FF7191EB9979}"/>
              </c:ext>
            </c:extLst>
          </c:dPt>
          <c:dPt>
            <c:idx val="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A039-4625-8CC2-FF7191EB9979}"/>
              </c:ext>
            </c:extLst>
          </c:dPt>
          <c:dPt>
            <c:idx val="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A039-4625-8CC2-FF7191EB9979}"/>
              </c:ext>
            </c:extLst>
          </c:dPt>
          <c:dPt>
            <c:idx val="1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A039-4625-8CC2-FF7191EB9979}"/>
              </c:ext>
            </c:extLst>
          </c:dPt>
          <c:dPt>
            <c:idx val="1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A039-4625-8CC2-FF7191EB9979}"/>
              </c:ext>
            </c:extLst>
          </c:dPt>
          <c:dPt>
            <c:idx val="1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A039-4625-8CC2-FF7191EB9979}"/>
              </c:ext>
            </c:extLst>
          </c:dPt>
          <c:dPt>
            <c:idx val="1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A039-4625-8CC2-FF7191EB9979}"/>
              </c:ext>
            </c:extLst>
          </c:dPt>
          <c:dPt>
            <c:idx val="1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A039-4625-8CC2-FF7191EB9979}"/>
              </c:ext>
            </c:extLst>
          </c:dPt>
          <c:dPt>
            <c:idx val="1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A039-4625-8CC2-FF7191EB9979}"/>
              </c:ext>
            </c:extLst>
          </c:dPt>
          <c:dPt>
            <c:idx val="1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A039-4625-8CC2-FF7191EB9979}"/>
              </c:ext>
            </c:extLst>
          </c:dPt>
          <c:dPt>
            <c:idx val="1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A039-4625-8CC2-FF7191EB9979}"/>
              </c:ext>
            </c:extLst>
          </c:dPt>
          <c:dPt>
            <c:idx val="1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A039-4625-8CC2-FF7191EB9979}"/>
              </c:ext>
            </c:extLst>
          </c:dPt>
          <c:dPt>
            <c:idx val="1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A039-4625-8CC2-FF7191EB9979}"/>
              </c:ext>
            </c:extLst>
          </c:dPt>
          <c:dPt>
            <c:idx val="2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A039-4625-8CC2-FF7191EB9979}"/>
              </c:ext>
            </c:extLst>
          </c:dPt>
          <c:dPt>
            <c:idx val="2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B95-4A64-B7AE-332504CB46D7}"/>
              </c:ext>
            </c:extLst>
          </c:dPt>
          <c:dPt>
            <c:idx val="2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D-A039-4625-8CC2-FF7191EB9979}"/>
              </c:ext>
            </c:extLst>
          </c:dPt>
          <c:dPt>
            <c:idx val="2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F-A039-4625-8CC2-FF7191EB9979}"/>
              </c:ext>
            </c:extLst>
          </c:dPt>
          <c:dPt>
            <c:idx val="2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1-A039-4625-8CC2-FF7191EB9979}"/>
              </c:ext>
            </c:extLst>
          </c:dPt>
          <c:dPt>
            <c:idx val="2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3-A039-4625-8CC2-FF7191EB9979}"/>
              </c:ext>
            </c:extLst>
          </c:dPt>
          <c:dPt>
            <c:idx val="2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5-A039-4625-8CC2-FF7191EB9979}"/>
              </c:ext>
            </c:extLst>
          </c:dPt>
          <c:dPt>
            <c:idx val="2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7-A039-4625-8CC2-FF7191EB9979}"/>
              </c:ext>
            </c:extLst>
          </c:dPt>
          <c:dPt>
            <c:idx val="2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9-A039-4625-8CC2-FF7191EB9979}"/>
              </c:ext>
            </c:extLst>
          </c:dPt>
          <c:dPt>
            <c:idx val="2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B-A039-4625-8CC2-FF7191EB9979}"/>
              </c:ext>
            </c:extLst>
          </c:dPt>
          <c:dPt>
            <c:idx val="3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D-A039-4625-8CC2-FF7191EB9979}"/>
              </c:ext>
            </c:extLst>
          </c:dPt>
          <c:dPt>
            <c:idx val="3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F-A039-4625-8CC2-FF7191EB9979}"/>
              </c:ext>
            </c:extLst>
          </c:dPt>
          <c:dPt>
            <c:idx val="3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1-A039-4625-8CC2-FF7191EB9979}"/>
              </c:ext>
            </c:extLst>
          </c:dPt>
          <c:dPt>
            <c:idx val="3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3-A039-4625-8CC2-FF7191EB9979}"/>
              </c:ext>
            </c:extLst>
          </c:dPt>
          <c:dPt>
            <c:idx val="3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5-A039-4625-8CC2-FF7191EB9979}"/>
              </c:ext>
            </c:extLst>
          </c:dPt>
          <c:dPt>
            <c:idx val="3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7-A039-4625-8CC2-FF7191EB9979}"/>
              </c:ext>
            </c:extLst>
          </c:dPt>
          <c:dPt>
            <c:idx val="3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9-A039-4625-8CC2-FF7191EB9979}"/>
              </c:ext>
            </c:extLst>
          </c:dPt>
          <c:dPt>
            <c:idx val="3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B-A039-4625-8CC2-FF7191EB9979}"/>
              </c:ext>
            </c:extLst>
          </c:dPt>
          <c:dPt>
            <c:idx val="3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D-A039-4625-8CC2-FF7191EB9979}"/>
              </c:ext>
            </c:extLst>
          </c:dPt>
          <c:dPt>
            <c:idx val="3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F-A039-4625-8CC2-FF7191EB9979}"/>
              </c:ext>
            </c:extLst>
          </c:dPt>
          <c:dPt>
            <c:idx val="4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1-A039-4625-8CC2-FF7191EB9979}"/>
              </c:ext>
            </c:extLst>
          </c:dPt>
          <c:dPt>
            <c:idx val="4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3-A039-4625-8CC2-FF7191EB9979}"/>
              </c:ext>
            </c:extLst>
          </c:dPt>
          <c:dPt>
            <c:idx val="4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95-4A64-B7AE-332504CB46D7}"/>
              </c:ext>
            </c:extLst>
          </c:dPt>
          <c:dPt>
            <c:idx val="4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7-A039-4625-8CC2-FF7191EB9979}"/>
              </c:ext>
            </c:extLst>
          </c:dPt>
          <c:dPt>
            <c:idx val="4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9-A039-4625-8CC2-FF7191EB9979}"/>
              </c:ext>
            </c:extLst>
          </c:dPt>
          <c:dPt>
            <c:idx val="4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B-A039-4625-8CC2-FF7191EB9979}"/>
              </c:ext>
            </c:extLst>
          </c:dPt>
          <c:dPt>
            <c:idx val="4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D-A039-4625-8CC2-FF7191EB9979}"/>
              </c:ext>
            </c:extLst>
          </c:dPt>
          <c:dPt>
            <c:idx val="4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F-A039-4625-8CC2-FF7191EB9979}"/>
              </c:ext>
            </c:extLst>
          </c:dPt>
          <c:dPt>
            <c:idx val="4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1-A039-4625-8CC2-FF7191EB9979}"/>
              </c:ext>
            </c:extLst>
          </c:dPt>
          <c:dPt>
            <c:idx val="4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3-A039-4625-8CC2-FF7191EB9979}"/>
              </c:ext>
            </c:extLst>
          </c:dPt>
          <c:dPt>
            <c:idx val="5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5-A039-4625-8CC2-FF7191EB9979}"/>
              </c:ext>
            </c:extLst>
          </c:dPt>
          <c:dPt>
            <c:idx val="5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7-A039-4625-8CC2-FF7191EB9979}"/>
              </c:ext>
            </c:extLst>
          </c:dPt>
          <c:dPt>
            <c:idx val="5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9-A039-4625-8CC2-FF7191EB9979}"/>
              </c:ext>
            </c:extLst>
          </c:dPt>
          <c:dPt>
            <c:idx val="5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B-A039-4625-8CC2-FF7191EB9979}"/>
              </c:ext>
            </c:extLst>
          </c:dPt>
          <c:dPt>
            <c:idx val="5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D-A039-4625-8CC2-FF7191EB9979}"/>
              </c:ext>
            </c:extLst>
          </c:dPt>
          <c:dPt>
            <c:idx val="5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F-A039-4625-8CC2-FF7191EB9979}"/>
              </c:ext>
            </c:extLst>
          </c:dPt>
          <c:dPt>
            <c:idx val="5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1-A039-4625-8CC2-FF7191EB9979}"/>
              </c:ext>
            </c:extLst>
          </c:dPt>
          <c:dPt>
            <c:idx val="5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3-A039-4625-8CC2-FF7191EB9979}"/>
              </c:ext>
            </c:extLst>
          </c:dPt>
          <c:dPt>
            <c:idx val="5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5-A039-4625-8CC2-FF7191EB9979}"/>
              </c:ext>
            </c:extLst>
          </c:dPt>
          <c:dPt>
            <c:idx val="5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7-A039-4625-8CC2-FF7191EB9979}"/>
              </c:ext>
            </c:extLst>
          </c:dPt>
          <c:dPt>
            <c:idx val="6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9-A039-4625-8CC2-FF7191EB9979}"/>
              </c:ext>
            </c:extLst>
          </c:dPt>
          <c:dPt>
            <c:idx val="6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B-A039-4625-8CC2-FF7191EB9979}"/>
              </c:ext>
            </c:extLst>
          </c:dPt>
          <c:dPt>
            <c:idx val="6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D-A039-4625-8CC2-FF7191EB9979}"/>
              </c:ext>
            </c:extLst>
          </c:dPt>
          <c:dPt>
            <c:idx val="6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F-A039-4625-8CC2-FF7191EB9979}"/>
              </c:ext>
            </c:extLst>
          </c:dPt>
          <c:dPt>
            <c:idx val="6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1-A039-4625-8CC2-FF7191EB9979}"/>
              </c:ext>
            </c:extLst>
          </c:dPt>
          <c:dPt>
            <c:idx val="6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3-A039-4625-8CC2-FF7191EB9979}"/>
              </c:ext>
            </c:extLst>
          </c:dPt>
          <c:dPt>
            <c:idx val="6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5-A039-4625-8CC2-FF7191EB9979}"/>
              </c:ext>
            </c:extLst>
          </c:dPt>
          <c:dPt>
            <c:idx val="6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7-A039-4625-8CC2-FF7191EB9979}"/>
              </c:ext>
            </c:extLst>
          </c:dPt>
          <c:dPt>
            <c:idx val="6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9-A039-4625-8CC2-FF7191EB9979}"/>
              </c:ext>
            </c:extLst>
          </c:dPt>
          <c:dPt>
            <c:idx val="6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B-A039-4625-8CC2-FF7191EB9979}"/>
              </c:ext>
            </c:extLst>
          </c:dPt>
          <c:dPt>
            <c:idx val="7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D-A039-4625-8CC2-FF7191EB9979}"/>
              </c:ext>
            </c:extLst>
          </c:dPt>
          <c:dPt>
            <c:idx val="7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F-A039-4625-8CC2-FF7191EB9979}"/>
              </c:ext>
            </c:extLst>
          </c:dPt>
          <c:dPt>
            <c:idx val="7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1-A039-4625-8CC2-FF7191EB9979}"/>
              </c:ext>
            </c:extLst>
          </c:dPt>
          <c:dPt>
            <c:idx val="7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3-A039-4625-8CC2-FF7191EB9979}"/>
              </c:ext>
            </c:extLst>
          </c:dPt>
          <c:dPt>
            <c:idx val="7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5-A039-4625-8CC2-FF7191EB9979}"/>
              </c:ext>
            </c:extLst>
          </c:dPt>
          <c:dPt>
            <c:idx val="7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7-A039-4625-8CC2-FF7191EB9979}"/>
              </c:ext>
            </c:extLst>
          </c:dPt>
          <c:dPt>
            <c:idx val="7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9-A039-4625-8CC2-FF7191EB9979}"/>
              </c:ext>
            </c:extLst>
          </c:dPt>
          <c:dPt>
            <c:idx val="7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B-A039-4625-8CC2-FF7191EB9979}"/>
              </c:ext>
            </c:extLst>
          </c:dPt>
          <c:dPt>
            <c:idx val="7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D-A039-4625-8CC2-FF7191EB9979}"/>
              </c:ext>
            </c:extLst>
          </c:dPt>
          <c:dPt>
            <c:idx val="7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F-A039-4625-8CC2-FF7191EB9979}"/>
              </c:ext>
            </c:extLst>
          </c:dPt>
          <c:dPt>
            <c:idx val="8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1-A039-4625-8CC2-FF7191EB9979}"/>
              </c:ext>
            </c:extLst>
          </c:dPt>
          <c:dPt>
            <c:idx val="8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3-A039-4625-8CC2-FF7191EB9979}"/>
              </c:ext>
            </c:extLst>
          </c:dPt>
          <c:dPt>
            <c:idx val="8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5-A039-4625-8CC2-FF7191EB9979}"/>
              </c:ext>
            </c:extLst>
          </c:dPt>
          <c:dPt>
            <c:idx val="8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7-A039-4625-8CC2-FF7191EB9979}"/>
              </c:ext>
            </c:extLst>
          </c:dPt>
          <c:dPt>
            <c:idx val="8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9-A039-4625-8CC2-FF7191EB9979}"/>
              </c:ext>
            </c:extLst>
          </c:dPt>
          <c:dPt>
            <c:idx val="8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B-A039-4625-8CC2-FF7191EB9979}"/>
              </c:ext>
            </c:extLst>
          </c:dPt>
          <c:dPt>
            <c:idx val="8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D-A039-4625-8CC2-FF7191EB9979}"/>
              </c:ext>
            </c:extLst>
          </c:dPt>
          <c:dPt>
            <c:idx val="8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F-A039-4625-8CC2-FF7191EB9979}"/>
              </c:ext>
            </c:extLst>
          </c:dPt>
          <c:dPt>
            <c:idx val="8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1-A039-4625-8CC2-FF7191EB9979}"/>
              </c:ext>
            </c:extLst>
          </c:dPt>
          <c:dPt>
            <c:idx val="8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3-A039-4625-8CC2-FF7191EB9979}"/>
              </c:ext>
            </c:extLst>
          </c:dPt>
          <c:dPt>
            <c:idx val="9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5-A039-4625-8CC2-FF7191EB9979}"/>
              </c:ext>
            </c:extLst>
          </c:dPt>
          <c:dPt>
            <c:idx val="9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7-A039-4625-8CC2-FF7191EB9979}"/>
              </c:ext>
            </c:extLst>
          </c:dPt>
          <c:dPt>
            <c:idx val="9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9-A039-4625-8CC2-FF7191EB9979}"/>
              </c:ext>
            </c:extLst>
          </c:dPt>
          <c:dPt>
            <c:idx val="9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B-A039-4625-8CC2-FF7191EB9979}"/>
              </c:ext>
            </c:extLst>
          </c:dPt>
          <c:dPt>
            <c:idx val="9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D-A039-4625-8CC2-FF7191EB9979}"/>
              </c:ext>
            </c:extLst>
          </c:dPt>
          <c:dPt>
            <c:idx val="9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F-A039-4625-8CC2-FF7191EB9979}"/>
              </c:ext>
            </c:extLst>
          </c:dPt>
          <c:dPt>
            <c:idx val="9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1-A039-4625-8CC2-FF7191EB9979}"/>
              </c:ext>
            </c:extLst>
          </c:dPt>
          <c:dPt>
            <c:idx val="9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3-A039-4625-8CC2-FF7191EB9979}"/>
              </c:ext>
            </c:extLst>
          </c:dPt>
          <c:dPt>
            <c:idx val="9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5-A039-4625-8CC2-FF7191EB9979}"/>
              </c:ext>
            </c:extLst>
          </c:dPt>
          <c:dPt>
            <c:idx val="9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7-A039-4625-8CC2-FF7191EB9979}"/>
              </c:ext>
            </c:extLst>
          </c:dPt>
          <c:dPt>
            <c:idx val="10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9-A039-4625-8CC2-FF7191EB9979}"/>
              </c:ext>
            </c:extLst>
          </c:dPt>
          <c:dPt>
            <c:idx val="10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B-A039-4625-8CC2-FF7191EB9979}"/>
              </c:ext>
            </c:extLst>
          </c:dPt>
          <c:dPt>
            <c:idx val="10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D-A039-4625-8CC2-FF7191EB9979}"/>
              </c:ext>
            </c:extLst>
          </c:dPt>
          <c:dPt>
            <c:idx val="10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F-A039-4625-8CC2-FF7191EB9979}"/>
              </c:ext>
            </c:extLst>
          </c:dPt>
          <c:dPt>
            <c:idx val="10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1-A039-4625-8CC2-FF7191EB9979}"/>
              </c:ext>
            </c:extLst>
          </c:dPt>
          <c:dPt>
            <c:idx val="10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3-A039-4625-8CC2-FF7191EB9979}"/>
              </c:ext>
            </c:extLst>
          </c:dPt>
          <c:dPt>
            <c:idx val="10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5-A039-4625-8CC2-FF7191EB9979}"/>
              </c:ext>
            </c:extLst>
          </c:dPt>
          <c:dPt>
            <c:idx val="10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7-A039-4625-8CC2-FF7191EB9979}"/>
              </c:ext>
            </c:extLst>
          </c:dPt>
          <c:dPt>
            <c:idx val="10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9-A039-4625-8CC2-FF7191EB9979}"/>
              </c:ext>
            </c:extLst>
          </c:dPt>
          <c:dPt>
            <c:idx val="10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B-A039-4625-8CC2-FF7191EB9979}"/>
              </c:ext>
            </c:extLst>
          </c:dPt>
          <c:dPt>
            <c:idx val="11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D-A039-4625-8CC2-FF7191EB9979}"/>
              </c:ext>
            </c:extLst>
          </c:dPt>
          <c:dPt>
            <c:idx val="11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F-A039-4625-8CC2-FF7191EB9979}"/>
              </c:ext>
            </c:extLst>
          </c:dPt>
          <c:dPt>
            <c:idx val="11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1-A039-4625-8CC2-FF7191EB9979}"/>
              </c:ext>
            </c:extLst>
          </c:dPt>
          <c:dPt>
            <c:idx val="11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3-A039-4625-8CC2-FF7191EB9979}"/>
              </c:ext>
            </c:extLst>
          </c:dPt>
          <c:dPt>
            <c:idx val="11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5-A039-4625-8CC2-FF7191EB9979}"/>
              </c:ext>
            </c:extLst>
          </c:dPt>
          <c:dPt>
            <c:idx val="11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7-A039-4625-8CC2-FF7191EB9979}"/>
              </c:ext>
            </c:extLst>
          </c:dPt>
          <c:dPt>
            <c:idx val="11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9-A039-4625-8CC2-FF7191EB9979}"/>
              </c:ext>
            </c:extLst>
          </c:dPt>
          <c:dPt>
            <c:idx val="11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B-A039-4625-8CC2-FF7191EB9979}"/>
              </c:ext>
            </c:extLst>
          </c:dPt>
          <c:dPt>
            <c:idx val="11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D-A039-4625-8CC2-FF7191EB9979}"/>
              </c:ext>
            </c:extLst>
          </c:dPt>
          <c:dPt>
            <c:idx val="11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F-A039-4625-8CC2-FF7191EB9979}"/>
              </c:ext>
            </c:extLst>
          </c:dPt>
          <c:dPt>
            <c:idx val="12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1-A039-4625-8CC2-FF7191EB9979}"/>
              </c:ext>
            </c:extLst>
          </c:dPt>
          <c:dPt>
            <c:idx val="12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3-A039-4625-8CC2-FF7191EB9979}"/>
              </c:ext>
            </c:extLst>
          </c:dPt>
          <c:dPt>
            <c:idx val="12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5-A039-4625-8CC2-FF7191EB9979}"/>
              </c:ext>
            </c:extLst>
          </c:dPt>
          <c:dPt>
            <c:idx val="12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7-A039-4625-8CC2-FF7191EB9979}"/>
              </c:ext>
            </c:extLst>
          </c:dPt>
          <c:dPt>
            <c:idx val="12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9-A039-4625-8CC2-FF7191EB9979}"/>
              </c:ext>
            </c:extLst>
          </c:dPt>
          <c:dPt>
            <c:idx val="12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B-A039-4625-8CC2-FF7191EB9979}"/>
              </c:ext>
            </c:extLst>
          </c:dPt>
          <c:dPt>
            <c:idx val="12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D-A039-4625-8CC2-FF7191EB9979}"/>
              </c:ext>
            </c:extLst>
          </c:dPt>
          <c:dPt>
            <c:idx val="12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F-A039-4625-8CC2-FF7191EB9979}"/>
              </c:ext>
            </c:extLst>
          </c:dPt>
          <c:dPt>
            <c:idx val="12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1-A039-4625-8CC2-FF7191EB9979}"/>
              </c:ext>
            </c:extLst>
          </c:dPt>
          <c:dPt>
            <c:idx val="12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3-A039-4625-8CC2-FF7191EB9979}"/>
              </c:ext>
            </c:extLst>
          </c:dPt>
          <c:dPt>
            <c:idx val="13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5-A039-4625-8CC2-FF7191EB9979}"/>
              </c:ext>
            </c:extLst>
          </c:dPt>
          <c:dPt>
            <c:idx val="13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7-A039-4625-8CC2-FF7191EB9979}"/>
              </c:ext>
            </c:extLst>
          </c:dPt>
          <c:dPt>
            <c:idx val="13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9-A039-4625-8CC2-FF7191EB9979}"/>
              </c:ext>
            </c:extLst>
          </c:dPt>
          <c:dPt>
            <c:idx val="13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B-A039-4625-8CC2-FF7191EB9979}"/>
              </c:ext>
            </c:extLst>
          </c:dPt>
          <c:dPt>
            <c:idx val="13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D-A039-4625-8CC2-FF7191EB9979}"/>
              </c:ext>
            </c:extLst>
          </c:dPt>
          <c:dPt>
            <c:idx val="13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F-A039-4625-8CC2-FF7191EB9979}"/>
              </c:ext>
            </c:extLst>
          </c:dPt>
          <c:dPt>
            <c:idx val="13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1-A039-4625-8CC2-FF7191EB9979}"/>
              </c:ext>
            </c:extLst>
          </c:dPt>
          <c:dPt>
            <c:idx val="13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3-A039-4625-8CC2-FF7191EB9979}"/>
              </c:ext>
            </c:extLst>
          </c:dPt>
          <c:dPt>
            <c:idx val="13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5-A039-4625-8CC2-FF7191EB9979}"/>
              </c:ext>
            </c:extLst>
          </c:dPt>
          <c:dPt>
            <c:idx val="13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7-A039-4625-8CC2-FF7191EB9979}"/>
              </c:ext>
            </c:extLst>
          </c:dPt>
          <c:dPt>
            <c:idx val="14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9-A039-4625-8CC2-FF7191EB9979}"/>
              </c:ext>
            </c:extLst>
          </c:dPt>
          <c:dPt>
            <c:idx val="14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B-A039-4625-8CC2-FF7191EB9979}"/>
              </c:ext>
            </c:extLst>
          </c:dPt>
          <c:dPt>
            <c:idx val="14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D-A039-4625-8CC2-FF7191EB9979}"/>
              </c:ext>
            </c:extLst>
          </c:dPt>
          <c:dPt>
            <c:idx val="14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F-A039-4625-8CC2-FF7191EB9979}"/>
              </c:ext>
            </c:extLst>
          </c:dPt>
          <c:dPt>
            <c:idx val="14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1-A039-4625-8CC2-FF7191EB9979}"/>
              </c:ext>
            </c:extLst>
          </c:dPt>
          <c:dPt>
            <c:idx val="14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3-A039-4625-8CC2-FF7191EB9979}"/>
              </c:ext>
            </c:extLst>
          </c:dPt>
          <c:dPt>
            <c:idx val="14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5-A039-4625-8CC2-FF7191EB9979}"/>
              </c:ext>
            </c:extLst>
          </c:dPt>
          <c:dPt>
            <c:idx val="14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7-A039-4625-8CC2-FF7191EB9979}"/>
              </c:ext>
            </c:extLst>
          </c:dPt>
          <c:dPt>
            <c:idx val="14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9-A039-4625-8CC2-FF7191EB9979}"/>
              </c:ext>
            </c:extLst>
          </c:dPt>
          <c:dPt>
            <c:idx val="14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B-A039-4625-8CC2-FF7191EB9979}"/>
              </c:ext>
            </c:extLst>
          </c:dPt>
          <c:dPt>
            <c:idx val="150"/>
            <c:bubble3D val="0"/>
            <c:explosion val="55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7B95-4A64-B7AE-332504CB46D7}"/>
              </c:ext>
            </c:extLst>
          </c:dPt>
          <c:dPt>
            <c:idx val="151"/>
            <c:bubble3D val="0"/>
            <c:explosion val="55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B95-4A64-B7AE-332504CB46D7}"/>
              </c:ext>
            </c:extLst>
          </c:dPt>
          <c:dPt>
            <c:idx val="15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1-A039-4625-8CC2-FF7191EB9979}"/>
              </c:ext>
            </c:extLst>
          </c:dPt>
          <c:dPt>
            <c:idx val="15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3-A039-4625-8CC2-FF7191EB9979}"/>
              </c:ext>
            </c:extLst>
          </c:dPt>
          <c:dPt>
            <c:idx val="15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5-A039-4625-8CC2-FF7191EB9979}"/>
              </c:ext>
            </c:extLst>
          </c:dPt>
          <c:dPt>
            <c:idx val="15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7-A039-4625-8CC2-FF7191EB9979}"/>
              </c:ext>
            </c:extLst>
          </c:dPt>
          <c:dPt>
            <c:idx val="15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9-A039-4625-8CC2-FF7191EB9979}"/>
              </c:ext>
            </c:extLst>
          </c:dPt>
          <c:dPt>
            <c:idx val="15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B-A039-4625-8CC2-FF7191EB9979}"/>
              </c:ext>
            </c:extLst>
          </c:dPt>
          <c:dPt>
            <c:idx val="15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D-A039-4625-8CC2-FF7191EB9979}"/>
              </c:ext>
            </c:extLst>
          </c:dPt>
          <c:dPt>
            <c:idx val="15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F-A039-4625-8CC2-FF7191EB9979}"/>
              </c:ext>
            </c:extLst>
          </c:dPt>
          <c:dPt>
            <c:idx val="16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41-A039-4625-8CC2-FF7191EB9979}"/>
              </c:ext>
            </c:extLst>
          </c:dPt>
          <c:dPt>
            <c:idx val="16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43-A039-4625-8CC2-FF7191EB9979}"/>
              </c:ext>
            </c:extLst>
          </c:dPt>
          <c:dPt>
            <c:idx val="16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45-A039-4625-8CC2-FF7191EB9979}"/>
              </c:ext>
            </c:extLst>
          </c:dPt>
          <c:dPt>
            <c:idx val="16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47-A039-4625-8CC2-FF7191EB9979}"/>
              </c:ext>
            </c:extLst>
          </c:dPt>
          <c:dPt>
            <c:idx val="16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49-A039-4625-8CC2-FF7191EB9979}"/>
              </c:ext>
            </c:extLst>
          </c:dPt>
          <c:dPt>
            <c:idx val="16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4B-A039-4625-8CC2-FF7191EB9979}"/>
              </c:ext>
            </c:extLst>
          </c:dPt>
          <c:dPt>
            <c:idx val="16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4D-A039-4625-8CC2-FF7191EB9979}"/>
              </c:ext>
            </c:extLst>
          </c:dPt>
          <c:dPt>
            <c:idx val="16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4F-A039-4625-8CC2-FF7191EB9979}"/>
              </c:ext>
            </c:extLst>
          </c:dPt>
          <c:dPt>
            <c:idx val="16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51-A039-4625-8CC2-FF7191EB9979}"/>
              </c:ext>
            </c:extLst>
          </c:dPt>
          <c:dPt>
            <c:idx val="16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53-A039-4625-8CC2-FF7191EB9979}"/>
              </c:ext>
            </c:extLst>
          </c:dPt>
          <c:dPt>
            <c:idx val="17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55-A039-4625-8CC2-FF7191EB9979}"/>
              </c:ext>
            </c:extLst>
          </c:dPt>
          <c:dPt>
            <c:idx val="17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57-A039-4625-8CC2-FF7191EB9979}"/>
              </c:ext>
            </c:extLst>
          </c:dPt>
          <c:dPt>
            <c:idx val="17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59-A039-4625-8CC2-FF7191EB9979}"/>
              </c:ext>
            </c:extLst>
          </c:dPt>
          <c:dPt>
            <c:idx val="17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5B-A039-4625-8CC2-FF7191EB9979}"/>
              </c:ext>
            </c:extLst>
          </c:dPt>
          <c:dPt>
            <c:idx val="17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5D-A039-4625-8CC2-FF7191EB9979}"/>
              </c:ext>
            </c:extLst>
          </c:dPt>
          <c:dPt>
            <c:idx val="17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5F-A039-4625-8CC2-FF7191EB9979}"/>
              </c:ext>
            </c:extLst>
          </c:dPt>
          <c:dPt>
            <c:idx val="17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61-A039-4625-8CC2-FF7191EB9979}"/>
              </c:ext>
            </c:extLst>
          </c:dPt>
          <c:dPt>
            <c:idx val="17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63-A039-4625-8CC2-FF7191EB9979}"/>
              </c:ext>
            </c:extLst>
          </c:dPt>
          <c:dPt>
            <c:idx val="178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B95-4A64-B7AE-332504CB46D7}"/>
              </c:ext>
            </c:extLst>
          </c:dPt>
          <c:dPt>
            <c:idx val="179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67-A039-4625-8CC2-FF7191EB9979}"/>
              </c:ext>
            </c:extLst>
          </c:dPt>
          <c:cat>
            <c:strRef>
              <c:f>Sheet1!$A$2:$A$181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Sheet1!$B$2:$B$181</c:f>
              <c:numCache>
                <c:formatCode>General</c:formatCode>
                <c:ptCount val="18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</c:v>
                </c:pt>
                <c:pt idx="70">
                  <c:v>2</c:v>
                </c:pt>
                <c:pt idx="71">
                  <c:v>2</c:v>
                </c:pt>
                <c:pt idx="72">
                  <c:v>2</c:v>
                </c:pt>
                <c:pt idx="73">
                  <c:v>2</c:v>
                </c:pt>
                <c:pt idx="74">
                  <c:v>2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2</c:v>
                </c:pt>
                <c:pt idx="87">
                  <c:v>2</c:v>
                </c:pt>
                <c:pt idx="88">
                  <c:v>2</c:v>
                </c:pt>
                <c:pt idx="89">
                  <c:v>2</c:v>
                </c:pt>
                <c:pt idx="90">
                  <c:v>2</c:v>
                </c:pt>
                <c:pt idx="91">
                  <c:v>2</c:v>
                </c:pt>
                <c:pt idx="92">
                  <c:v>2</c:v>
                </c:pt>
                <c:pt idx="93">
                  <c:v>2</c:v>
                </c:pt>
                <c:pt idx="94">
                  <c:v>2</c:v>
                </c:pt>
                <c:pt idx="95">
                  <c:v>2</c:v>
                </c:pt>
                <c:pt idx="96">
                  <c:v>2</c:v>
                </c:pt>
                <c:pt idx="97">
                  <c:v>2</c:v>
                </c:pt>
                <c:pt idx="98">
                  <c:v>2</c:v>
                </c:pt>
                <c:pt idx="99">
                  <c:v>2</c:v>
                </c:pt>
                <c:pt idx="100">
                  <c:v>2</c:v>
                </c:pt>
                <c:pt idx="101">
                  <c:v>2</c:v>
                </c:pt>
                <c:pt idx="102">
                  <c:v>2</c:v>
                </c:pt>
                <c:pt idx="103">
                  <c:v>2</c:v>
                </c:pt>
                <c:pt idx="104">
                  <c:v>2</c:v>
                </c:pt>
                <c:pt idx="105">
                  <c:v>2</c:v>
                </c:pt>
                <c:pt idx="106">
                  <c:v>2</c:v>
                </c:pt>
                <c:pt idx="107">
                  <c:v>2</c:v>
                </c:pt>
                <c:pt idx="108">
                  <c:v>2</c:v>
                </c:pt>
                <c:pt idx="109">
                  <c:v>2</c:v>
                </c:pt>
                <c:pt idx="110">
                  <c:v>2</c:v>
                </c:pt>
                <c:pt idx="111">
                  <c:v>2</c:v>
                </c:pt>
                <c:pt idx="112">
                  <c:v>2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</c:v>
                </c:pt>
                <c:pt idx="121">
                  <c:v>2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2</c:v>
                </c:pt>
                <c:pt idx="126">
                  <c:v>2</c:v>
                </c:pt>
                <c:pt idx="127">
                  <c:v>2</c:v>
                </c:pt>
                <c:pt idx="128">
                  <c:v>2</c:v>
                </c:pt>
                <c:pt idx="129">
                  <c:v>2</c:v>
                </c:pt>
                <c:pt idx="130">
                  <c:v>2</c:v>
                </c:pt>
                <c:pt idx="131">
                  <c:v>2</c:v>
                </c:pt>
                <c:pt idx="132">
                  <c:v>2</c:v>
                </c:pt>
                <c:pt idx="133">
                  <c:v>2</c:v>
                </c:pt>
                <c:pt idx="134">
                  <c:v>2</c:v>
                </c:pt>
                <c:pt idx="135">
                  <c:v>2</c:v>
                </c:pt>
                <c:pt idx="136">
                  <c:v>2</c:v>
                </c:pt>
                <c:pt idx="137">
                  <c:v>2</c:v>
                </c:pt>
                <c:pt idx="138">
                  <c:v>2</c:v>
                </c:pt>
                <c:pt idx="139">
                  <c:v>2</c:v>
                </c:pt>
                <c:pt idx="140">
                  <c:v>2</c:v>
                </c:pt>
                <c:pt idx="141">
                  <c:v>2</c:v>
                </c:pt>
                <c:pt idx="142">
                  <c:v>2</c:v>
                </c:pt>
                <c:pt idx="143">
                  <c:v>2</c:v>
                </c:pt>
                <c:pt idx="144">
                  <c:v>2</c:v>
                </c:pt>
                <c:pt idx="145">
                  <c:v>2</c:v>
                </c:pt>
                <c:pt idx="146">
                  <c:v>2</c:v>
                </c:pt>
                <c:pt idx="147">
                  <c:v>2</c:v>
                </c:pt>
                <c:pt idx="148">
                  <c:v>2</c:v>
                </c:pt>
                <c:pt idx="149">
                  <c:v>2</c:v>
                </c:pt>
                <c:pt idx="150">
                  <c:v>2</c:v>
                </c:pt>
                <c:pt idx="151">
                  <c:v>2</c:v>
                </c:pt>
                <c:pt idx="152">
                  <c:v>2</c:v>
                </c:pt>
                <c:pt idx="153">
                  <c:v>2</c:v>
                </c:pt>
                <c:pt idx="154">
                  <c:v>2</c:v>
                </c:pt>
                <c:pt idx="155">
                  <c:v>2</c:v>
                </c:pt>
                <c:pt idx="156">
                  <c:v>2</c:v>
                </c:pt>
                <c:pt idx="157">
                  <c:v>2</c:v>
                </c:pt>
                <c:pt idx="158">
                  <c:v>2</c:v>
                </c:pt>
                <c:pt idx="159">
                  <c:v>2</c:v>
                </c:pt>
                <c:pt idx="160">
                  <c:v>2</c:v>
                </c:pt>
                <c:pt idx="161">
                  <c:v>2</c:v>
                </c:pt>
                <c:pt idx="162">
                  <c:v>2</c:v>
                </c:pt>
                <c:pt idx="163">
                  <c:v>2</c:v>
                </c:pt>
                <c:pt idx="164">
                  <c:v>2</c:v>
                </c:pt>
                <c:pt idx="165">
                  <c:v>2</c:v>
                </c:pt>
                <c:pt idx="166">
                  <c:v>2</c:v>
                </c:pt>
                <c:pt idx="167">
                  <c:v>2</c:v>
                </c:pt>
                <c:pt idx="168">
                  <c:v>2</c:v>
                </c:pt>
                <c:pt idx="169">
                  <c:v>2</c:v>
                </c:pt>
                <c:pt idx="170">
                  <c:v>2</c:v>
                </c:pt>
                <c:pt idx="171">
                  <c:v>2</c:v>
                </c:pt>
                <c:pt idx="172">
                  <c:v>2</c:v>
                </c:pt>
                <c:pt idx="173">
                  <c:v>2</c:v>
                </c:pt>
                <c:pt idx="174">
                  <c:v>2</c:v>
                </c:pt>
                <c:pt idx="175">
                  <c:v>2</c:v>
                </c:pt>
                <c:pt idx="176">
                  <c:v>2</c:v>
                </c:pt>
                <c:pt idx="177">
                  <c:v>2</c:v>
                </c:pt>
                <c:pt idx="178">
                  <c:v>2</c:v>
                </c:pt>
                <c:pt idx="17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95-4A64-B7AE-332504CB46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0.41625</cdr:x>
      <cdr:y>0.22453</cdr:y>
    </cdr:from>
    <cdr:to>
      <cdr:x>0.58375</cdr:x>
      <cdr:y>0.56609</cdr:y>
    </cdr:to>
    <cdr:sp macro="" textlink="">
      <cdr:nvSpPr>
        <cdr:cNvPr id="2" name="任意多边形: 形状 1">
          <a:extLst xmlns:a="http://schemas.openxmlformats.org/drawingml/2006/main">
            <a:ext uri="{FF2B5EF4-FFF2-40B4-BE49-F238E27FC236}">
              <a16:creationId xmlns:a16="http://schemas.microsoft.com/office/drawing/2014/main" id="{94717B0E-EA05-5765-5EEC-CA94C5DC4412}"/>
            </a:ext>
          </a:extLst>
        </cdr:cNvPr>
        <cdr:cNvSpPr/>
      </cdr:nvSpPr>
      <cdr:spPr>
        <a:xfrm xmlns:a="http://schemas.openxmlformats.org/drawingml/2006/main">
          <a:off x="3383280" y="1216658"/>
          <a:ext cx="1361440" cy="1850816"/>
        </a:xfrm>
        <a:custGeom xmlns:a="http://schemas.openxmlformats.org/drawingml/2006/main">
          <a:avLst/>
          <a:gdLst>
            <a:gd name="connsiteX0" fmla="*/ 0 w 6522720"/>
            <a:gd name="connsiteY0" fmla="*/ 3573782 h 3581402"/>
            <a:gd name="connsiteX1" fmla="*/ 2011680 w 6522720"/>
            <a:gd name="connsiteY1" fmla="*/ 2476502 h 3581402"/>
            <a:gd name="connsiteX2" fmla="*/ 3253740 w 6522720"/>
            <a:gd name="connsiteY2" fmla="*/ 2 h 3581402"/>
            <a:gd name="connsiteX3" fmla="*/ 4495800 w 6522720"/>
            <a:gd name="connsiteY3" fmla="*/ 2461262 h 3581402"/>
            <a:gd name="connsiteX4" fmla="*/ 6522720 w 6522720"/>
            <a:gd name="connsiteY4" fmla="*/ 3581402 h 3581402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</a:cxnLst>
          <a:rect l="l" t="t" r="r" b="b"/>
          <a:pathLst>
            <a:path w="6522720" h="3581402">
              <a:moveTo>
                <a:pt x="0" y="3573782"/>
              </a:moveTo>
              <a:cubicBezTo>
                <a:pt x="734695" y="3322957"/>
                <a:pt x="1469390" y="3072132"/>
                <a:pt x="2011680" y="2476502"/>
              </a:cubicBezTo>
              <a:cubicBezTo>
                <a:pt x="2553970" y="1880872"/>
                <a:pt x="2839720" y="2542"/>
                <a:pt x="3253740" y="2"/>
              </a:cubicBezTo>
              <a:cubicBezTo>
                <a:pt x="3667760" y="-2538"/>
                <a:pt x="3950970" y="1864362"/>
                <a:pt x="4495800" y="2461262"/>
              </a:cubicBezTo>
              <a:cubicBezTo>
                <a:pt x="5040630" y="3058162"/>
                <a:pt x="6149340" y="3519172"/>
                <a:pt x="6522720" y="3581402"/>
              </a:cubicBezTo>
            </a:path>
          </a:pathLst>
        </a:custGeom>
        <a:noFill xmlns:a="http://schemas.openxmlformats.org/drawingml/2006/main"/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HK">
            <a:solidFill>
              <a:srgbClr val="FF0000"/>
            </a:solidFill>
          </a:endParaRPr>
        </a:p>
      </cdr:txBody>
    </cdr:sp>
  </cdr:relSizeAnchor>
  <cdr:relSizeAnchor xmlns:cdr="http://schemas.openxmlformats.org/drawingml/2006/chartDrawing">
    <cdr:from>
      <cdr:x>0.33125</cdr:x>
      <cdr:y>0.62375</cdr:y>
    </cdr:from>
    <cdr:to>
      <cdr:x>0.65773</cdr:x>
      <cdr:y>0.67719</cdr:y>
    </cdr:to>
    <cdr:sp macro="" textlink="">
      <cdr:nvSpPr>
        <cdr:cNvPr id="3" name="文本框 2">
          <a:extLst xmlns:a="http://schemas.openxmlformats.org/drawingml/2006/main">
            <a:ext uri="{FF2B5EF4-FFF2-40B4-BE49-F238E27FC236}">
              <a16:creationId xmlns:a16="http://schemas.microsoft.com/office/drawing/2014/main" id="{E0FED3A7-771E-DFA8-FC0B-AC3FF875BD9A}"/>
            </a:ext>
          </a:extLst>
        </cdr:cNvPr>
        <cdr:cNvSpPr txBox="1"/>
      </cdr:nvSpPr>
      <cdr:spPr>
        <a:xfrm xmlns:a="http://schemas.openxmlformats.org/drawingml/2006/main">
          <a:off x="2692400" y="3379894"/>
          <a:ext cx="2653665" cy="28956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HK" sz="1800" dirty="0">
              <a:solidFill>
                <a:srgbClr val="FF0000"/>
              </a:solidFill>
            </a:rPr>
            <a:t>G</a:t>
          </a:r>
          <a:r>
            <a:rPr lang="en-US" altLang="zh-CN" sz="1800" dirty="0" err="1">
              <a:solidFill>
                <a:srgbClr val="FF0000"/>
              </a:solidFill>
            </a:rPr>
            <a:t>aussian</a:t>
          </a:r>
          <a:r>
            <a:rPr lang="en-US" altLang="zh-CN" sz="1800" dirty="0">
              <a:solidFill>
                <a:srgbClr val="FF0000"/>
              </a:solidFill>
            </a:rPr>
            <a:t> Window Function</a:t>
          </a:r>
          <a:endParaRPr lang="en-HK" sz="1800" dirty="0">
            <a:solidFill>
              <a:srgbClr val="FF0000"/>
            </a:solidFill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EB109-5D5E-84DF-A52A-FE1E9BAF9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8CDDB1-57F1-81BD-94F5-BA927C068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A0F8B5-30BB-E0D1-97FF-92B39BD2C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AF69DD-7FE2-7C0E-408D-392557C4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22C256-EF81-5ECE-EA80-4821E8353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02666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7D691-16FA-3095-A462-388894B02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D43C56-E3A3-8072-88FA-439C31F99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1F7D83-6D81-BF2E-E735-2FEE9CCC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C2179D-2F25-8FC6-B521-5D08E836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AA22B2-608D-20F4-F438-577244E7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6702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173F5-60A7-87BF-CA24-F9379BEF1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2DD6A7-841A-9464-10AB-3D2BA9B51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C6A481-B86D-6C62-A0C0-C3947DD04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043D60-7203-C42F-308D-A7818DA4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9D5061-34EE-0AA0-8E20-515DACC8E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007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7B3F9-AF9C-5E2E-2BBB-51B02D2C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69704-9181-87B5-BA07-306DC26CF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3928C8-5F70-ED68-20D5-5B4D00B02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89A0DE-D621-0CA0-ECF3-E66FD9E4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864711-9D5F-9A7D-700C-DC15896D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35F34B-D1D8-A37B-4EAE-DBAE7330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6427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1DAB2-AAD1-659D-CCB4-5858E8D34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6983F0-609A-F14F-084F-E0D9976CF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61AAE4-8C11-2EDA-1DC3-EBE5EB63D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E9A995-776B-6B9A-59E5-B7BD56B48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3C908A-DBDD-5C88-C821-FC8460361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EC6A23-4F43-C343-DDE8-1B668966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E74612-D92F-1391-8524-1A27D4F0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F21FBE-3F0B-7967-5D64-1F6BF17F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7586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A194F-23D1-BF22-F1EF-B5BC86EF0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12D2FB-94C7-4B85-13A4-DC53CA08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C004F5-45EF-CF97-218E-4220FA23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1B0814-6A37-10EC-DF85-669CEC76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8453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E2BF62-F833-18F9-F2DF-5E4A03856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5B65EE-D3FB-32C6-8583-3D577454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B66130-62CB-1356-1351-9DCE6F98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3637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7BD8A-D439-04C7-0A0D-F8D110B7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C0F82A-426C-D663-AE4D-B3DE242B9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C0A979-C963-5316-DACD-970391FEB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1D09F1-B2D4-7FF7-D379-7F67BA92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D4F7BC-8383-D14E-10A6-55CBAAD3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233BC3-6962-3C99-6E70-297C948F7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0055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B14AC-56BF-6E5A-1707-6E8E94577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C65CD1-DAE6-FF36-3E26-D47A6DE65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449680-1146-2392-E95A-EC88C6A3B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8F9393-4680-6145-60D8-2F2A72D2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80D2CE-B535-5DA8-2ED7-9FD56F9F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7FDED3-D96E-C613-91DD-B93ECBE5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4575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F855F-C6D2-6B4A-BD92-A87C22AB0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C3D038-C7E8-1B10-1D71-73D505170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8CD2A4-8466-3291-E091-ED1B76E37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51F8BB-8714-1EFD-41B7-4B96A6609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1214D2-6BC7-94D9-750A-9279B2BEC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63265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C7A7A0-E5A1-C5D6-2CD6-4AA365AAB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0F5377-9970-7983-42EF-C23D25EDA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6B040A-EDB4-D293-4368-4040B5A4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17D493-0903-FA99-DD90-B571F5BC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BC19F9-4720-EBB7-5618-8AD01569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092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F668E4-CDFC-4419-6CED-2A34E8F8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47C152-4DED-DFE0-0350-8894994FA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418DD9-78F3-040A-4F2E-0033C20FD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5409C-EACC-4839-A6F0-5130D1B1002B}" type="datetimeFigureOut">
              <a:rPr lang="en-HK" smtClean="0"/>
              <a:t>27/7/2022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CFB937-6333-F298-58CC-3066A3889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13AE8A-8E39-A715-4D3B-BC830E278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C8BA4-0EA3-4E2A-88E1-B64878FD9A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5406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 descr="手上戴着戒指&#10;&#10;描述已自动生成">
            <a:extLst>
              <a:ext uri="{FF2B5EF4-FFF2-40B4-BE49-F238E27FC236}">
                <a16:creationId xmlns:a16="http://schemas.microsoft.com/office/drawing/2014/main" id="{49160658-50A2-2AD4-B68D-BEA0852A09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7" r="18426"/>
          <a:stretch/>
        </p:blipFill>
        <p:spPr>
          <a:xfrm rot="12664708">
            <a:off x="4218310" y="3700571"/>
            <a:ext cx="3963748" cy="1912381"/>
          </a:xfrm>
          <a:prstGeom prst="rect">
            <a:avLst/>
          </a:prstGeom>
        </p:spPr>
      </p:pic>
      <p:pic>
        <p:nvPicPr>
          <p:cNvPr id="50" name="图片 49" descr="手上戴着戒指&#10;&#10;描述已自动生成">
            <a:extLst>
              <a:ext uri="{FF2B5EF4-FFF2-40B4-BE49-F238E27FC236}">
                <a16:creationId xmlns:a16="http://schemas.microsoft.com/office/drawing/2014/main" id="{B05E825A-FD53-C2E7-62AD-F3F2230B75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7" r="18426"/>
          <a:stretch/>
        </p:blipFill>
        <p:spPr>
          <a:xfrm rot="20483131">
            <a:off x="4394482" y="422886"/>
            <a:ext cx="3963748" cy="191238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1805408-3A0D-69A1-E1B8-689A05E886AF}"/>
              </a:ext>
            </a:extLst>
          </p:cNvPr>
          <p:cNvSpPr/>
          <p:nvPr/>
        </p:nvSpPr>
        <p:spPr>
          <a:xfrm rot="20416826">
            <a:off x="5234558" y="877701"/>
            <a:ext cx="2059477" cy="11052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186128-586F-9A27-BC61-A5A79E03E7FE}"/>
              </a:ext>
            </a:extLst>
          </p:cNvPr>
          <p:cNvSpPr/>
          <p:nvPr/>
        </p:nvSpPr>
        <p:spPr>
          <a:xfrm rot="1910871">
            <a:off x="5213235" y="4138523"/>
            <a:ext cx="2059477" cy="11052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B8A0EA1-584E-274C-5DBC-B8A586106C4B}"/>
              </a:ext>
            </a:extLst>
          </p:cNvPr>
          <p:cNvCxnSpPr/>
          <p:nvPr/>
        </p:nvCxnSpPr>
        <p:spPr>
          <a:xfrm>
            <a:off x="5665411" y="3678364"/>
            <a:ext cx="226612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3925794-48BF-3EB3-BEC7-6A478D20DC0C}"/>
              </a:ext>
            </a:extLst>
          </p:cNvPr>
          <p:cNvCxnSpPr/>
          <p:nvPr/>
        </p:nvCxnSpPr>
        <p:spPr>
          <a:xfrm>
            <a:off x="7046407" y="562659"/>
            <a:ext cx="90644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07EB633-7DE0-9944-8018-4D1C053766F9}"/>
              </a:ext>
            </a:extLst>
          </p:cNvPr>
          <p:cNvCxnSpPr/>
          <p:nvPr/>
        </p:nvCxnSpPr>
        <p:spPr>
          <a:xfrm flipH="1">
            <a:off x="4621260" y="562659"/>
            <a:ext cx="2425147" cy="8676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06D6FD9-F8DE-B0BA-C4BD-19D6238535F3}"/>
              </a:ext>
            </a:extLst>
          </p:cNvPr>
          <p:cNvCxnSpPr>
            <a:cxnSpLocks/>
          </p:cNvCxnSpPr>
          <p:nvPr/>
        </p:nvCxnSpPr>
        <p:spPr>
          <a:xfrm>
            <a:off x="5665411" y="3678364"/>
            <a:ext cx="2075291" cy="12743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流程图: 接点 28">
            <a:extLst>
              <a:ext uri="{FF2B5EF4-FFF2-40B4-BE49-F238E27FC236}">
                <a16:creationId xmlns:a16="http://schemas.microsoft.com/office/drawing/2014/main" id="{528A9A99-0745-84E1-E758-92DC6834E573}"/>
              </a:ext>
            </a:extLst>
          </p:cNvPr>
          <p:cNvSpPr/>
          <p:nvPr/>
        </p:nvSpPr>
        <p:spPr>
          <a:xfrm>
            <a:off x="6241436" y="1407485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0" name="流程图: 接点 29">
            <a:extLst>
              <a:ext uri="{FF2B5EF4-FFF2-40B4-BE49-F238E27FC236}">
                <a16:creationId xmlns:a16="http://schemas.microsoft.com/office/drawing/2014/main" id="{95574D29-D4D4-D49D-4BB9-77731777AF94}"/>
              </a:ext>
            </a:extLst>
          </p:cNvPr>
          <p:cNvSpPr/>
          <p:nvPr/>
        </p:nvSpPr>
        <p:spPr>
          <a:xfrm>
            <a:off x="6220112" y="466830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F89C2C2-00E2-3FF5-3FEC-90051BB135B1}"/>
              </a:ext>
            </a:extLst>
          </p:cNvPr>
          <p:cNvSpPr txBox="1"/>
          <p:nvPr/>
        </p:nvSpPr>
        <p:spPr>
          <a:xfrm rot="20431072">
            <a:off x="5513384" y="1053270"/>
            <a:ext cx="1393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 err="1"/>
              <a:t>center</a:t>
            </a:r>
            <a:r>
              <a:rPr lang="en-HK" dirty="0"/>
              <a:t> point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E06A12E-8E0A-4402-4BCA-6DA61FE4134A}"/>
              </a:ext>
            </a:extLst>
          </p:cNvPr>
          <p:cNvSpPr txBox="1"/>
          <p:nvPr/>
        </p:nvSpPr>
        <p:spPr>
          <a:xfrm rot="1950429">
            <a:off x="5679711" y="4375303"/>
            <a:ext cx="1393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 err="1"/>
              <a:t>center</a:t>
            </a:r>
            <a:r>
              <a:rPr lang="en-HK" dirty="0"/>
              <a:t> point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749F921-4B33-94E8-872F-B7EF73F33FC9}"/>
              </a:ext>
            </a:extLst>
          </p:cNvPr>
          <p:cNvSpPr txBox="1"/>
          <p:nvPr/>
        </p:nvSpPr>
        <p:spPr>
          <a:xfrm rot="1939082" flipH="1">
            <a:off x="5381097" y="5143681"/>
            <a:ext cx="1065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long-side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5142DBF-7138-999B-1BCA-8DD8F73048CD}"/>
              </a:ext>
            </a:extLst>
          </p:cNvPr>
          <p:cNvSpPr txBox="1"/>
          <p:nvPr/>
        </p:nvSpPr>
        <p:spPr>
          <a:xfrm rot="20507939" flipH="1">
            <a:off x="5970356" y="1910296"/>
            <a:ext cx="1065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long-side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1E88B37-849B-3BDB-2AA6-52245233F38D}"/>
              </a:ext>
            </a:extLst>
          </p:cNvPr>
          <p:cNvSpPr txBox="1"/>
          <p:nvPr/>
        </p:nvSpPr>
        <p:spPr>
          <a:xfrm rot="4189085">
            <a:off x="4431294" y="1648037"/>
            <a:ext cx="124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short-side</a:t>
            </a:r>
          </a:p>
          <a:p>
            <a:endParaRPr lang="en-HK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87070E2-EBAF-47C4-0E0A-470C577E4CD1}"/>
              </a:ext>
            </a:extLst>
          </p:cNvPr>
          <p:cNvSpPr txBox="1"/>
          <p:nvPr/>
        </p:nvSpPr>
        <p:spPr>
          <a:xfrm rot="18097314">
            <a:off x="6771175" y="4954437"/>
            <a:ext cx="124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short-side</a:t>
            </a:r>
          </a:p>
          <a:p>
            <a:endParaRPr lang="en-HK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D071B6A-2FCF-9A77-D310-EB7C8F914FE8}"/>
              </a:ext>
            </a:extLst>
          </p:cNvPr>
          <p:cNvSpPr txBox="1"/>
          <p:nvPr/>
        </p:nvSpPr>
        <p:spPr>
          <a:xfrm>
            <a:off x="6376358" y="3766934"/>
            <a:ext cx="160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0" i="1" u="none" strike="noStrike" baseline="0" dirty="0">
                <a:solidFill>
                  <a:srgbClr val="FF0000"/>
                </a:solidFill>
                <a:latin typeface="CMMI12"/>
              </a:rPr>
              <a:t>Θ</a:t>
            </a:r>
            <a:r>
              <a:rPr lang="en-HK" sz="1800" b="0" i="1" u="none" strike="noStrike" baseline="0" dirty="0">
                <a:solidFill>
                  <a:srgbClr val="FF0000"/>
                </a:solidFill>
                <a:latin typeface="CMMI12"/>
              </a:rPr>
              <a:t> ∈</a:t>
            </a:r>
            <a:r>
              <a:rPr lang="en-HK" dirty="0">
                <a:solidFill>
                  <a:srgbClr val="FF0000"/>
                </a:solidFill>
                <a:latin typeface="TimesNewRomanPSMT"/>
              </a:rPr>
              <a:t> [0, 180)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FC2ED28-6187-8108-303B-761F1A65E28A}"/>
              </a:ext>
            </a:extLst>
          </p:cNvPr>
          <p:cNvSpPr txBox="1"/>
          <p:nvPr/>
        </p:nvSpPr>
        <p:spPr>
          <a:xfrm>
            <a:off x="7147947" y="646836"/>
            <a:ext cx="160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0" i="1" u="none" strike="noStrike" baseline="0" dirty="0">
                <a:solidFill>
                  <a:srgbClr val="FF0000"/>
                </a:solidFill>
                <a:latin typeface="CMMI12"/>
              </a:rPr>
              <a:t>Θ</a:t>
            </a:r>
            <a:r>
              <a:rPr lang="en-HK" sz="1800" b="0" i="1" u="none" strike="noStrike" baseline="0" dirty="0">
                <a:solidFill>
                  <a:srgbClr val="FF0000"/>
                </a:solidFill>
                <a:latin typeface="CMMI12"/>
              </a:rPr>
              <a:t> ∈</a:t>
            </a:r>
            <a:r>
              <a:rPr lang="en-HK" dirty="0">
                <a:solidFill>
                  <a:srgbClr val="FF0000"/>
                </a:solidFill>
                <a:latin typeface="TimesNewRomanPSMT"/>
              </a:rPr>
              <a:t> [0, 180)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6E70672-811C-22FD-D21D-B3D1A76D62F6}"/>
              </a:ext>
            </a:extLst>
          </p:cNvPr>
          <p:cNvSpPr txBox="1"/>
          <p:nvPr/>
        </p:nvSpPr>
        <p:spPr>
          <a:xfrm>
            <a:off x="7101088" y="246720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x-axis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DADD25C-E69C-07B3-E39B-5D7664CB485B}"/>
              </a:ext>
            </a:extLst>
          </p:cNvPr>
          <p:cNvSpPr txBox="1"/>
          <p:nvPr/>
        </p:nvSpPr>
        <p:spPr>
          <a:xfrm>
            <a:off x="6503936" y="3309031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x-axis</a:t>
            </a:r>
          </a:p>
        </p:txBody>
      </p:sp>
      <p:sp>
        <p:nvSpPr>
          <p:cNvPr id="41" name="弧形 40">
            <a:extLst>
              <a:ext uri="{FF2B5EF4-FFF2-40B4-BE49-F238E27FC236}">
                <a16:creationId xmlns:a16="http://schemas.microsoft.com/office/drawing/2014/main" id="{21E46890-EDC6-D795-461E-C70C04109818}"/>
              </a:ext>
            </a:extLst>
          </p:cNvPr>
          <p:cNvSpPr>
            <a:spLocks noChangeAspect="1"/>
          </p:cNvSpPr>
          <p:nvPr/>
        </p:nvSpPr>
        <p:spPr>
          <a:xfrm>
            <a:off x="6420250" y="-141575"/>
            <a:ext cx="1243476" cy="1404000"/>
          </a:xfrm>
          <a:prstGeom prst="arc">
            <a:avLst>
              <a:gd name="adj1" fmla="val 33017"/>
              <a:gd name="adj2" fmla="val 10825959"/>
            </a:avLst>
          </a:prstGeom>
          <a:ln w="22225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42" name="弧形 41">
            <a:extLst>
              <a:ext uri="{FF2B5EF4-FFF2-40B4-BE49-F238E27FC236}">
                <a16:creationId xmlns:a16="http://schemas.microsoft.com/office/drawing/2014/main" id="{23EA1EE1-4E9E-6AEE-6C4D-B3BF1781BE1D}"/>
              </a:ext>
            </a:extLst>
          </p:cNvPr>
          <p:cNvSpPr>
            <a:spLocks noChangeAspect="1"/>
          </p:cNvSpPr>
          <p:nvPr/>
        </p:nvSpPr>
        <p:spPr>
          <a:xfrm>
            <a:off x="5049013" y="2976363"/>
            <a:ext cx="1243476" cy="1404000"/>
          </a:xfrm>
          <a:prstGeom prst="arc">
            <a:avLst>
              <a:gd name="adj1" fmla="val 33017"/>
              <a:gd name="adj2" fmla="val 10825959"/>
            </a:avLst>
          </a:prstGeom>
          <a:ln w="22225">
            <a:solidFill>
              <a:srgbClr val="FF000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7895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B95C5ECA-7B7D-F7D2-3B12-52B552F0C6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175173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921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4717B0E-EA05-5765-5EEC-CA94C5DC4412}"/>
              </a:ext>
            </a:extLst>
          </p:cNvPr>
          <p:cNvSpPr/>
          <p:nvPr/>
        </p:nvSpPr>
        <p:spPr>
          <a:xfrm>
            <a:off x="1607820" y="822958"/>
            <a:ext cx="3482340" cy="2804162"/>
          </a:xfrm>
          <a:custGeom>
            <a:avLst/>
            <a:gdLst>
              <a:gd name="connsiteX0" fmla="*/ 0 w 6522720"/>
              <a:gd name="connsiteY0" fmla="*/ 3573782 h 3581402"/>
              <a:gd name="connsiteX1" fmla="*/ 2011680 w 6522720"/>
              <a:gd name="connsiteY1" fmla="*/ 2476502 h 3581402"/>
              <a:gd name="connsiteX2" fmla="*/ 3253740 w 6522720"/>
              <a:gd name="connsiteY2" fmla="*/ 2 h 3581402"/>
              <a:gd name="connsiteX3" fmla="*/ 4495800 w 6522720"/>
              <a:gd name="connsiteY3" fmla="*/ 2461262 h 3581402"/>
              <a:gd name="connsiteX4" fmla="*/ 6522720 w 6522720"/>
              <a:gd name="connsiteY4" fmla="*/ 3581402 h 358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2720" h="3581402">
                <a:moveTo>
                  <a:pt x="0" y="3573782"/>
                </a:moveTo>
                <a:cubicBezTo>
                  <a:pt x="734695" y="3322957"/>
                  <a:pt x="1469390" y="3072132"/>
                  <a:pt x="2011680" y="2476502"/>
                </a:cubicBezTo>
                <a:cubicBezTo>
                  <a:pt x="2553970" y="1880872"/>
                  <a:pt x="2839720" y="2542"/>
                  <a:pt x="3253740" y="2"/>
                </a:cubicBezTo>
                <a:cubicBezTo>
                  <a:pt x="3667760" y="-2538"/>
                  <a:pt x="3950970" y="1864362"/>
                  <a:pt x="4495800" y="2461262"/>
                </a:cubicBezTo>
                <a:cubicBezTo>
                  <a:pt x="5040630" y="3058162"/>
                  <a:pt x="6149340" y="3519172"/>
                  <a:pt x="6522720" y="358140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031467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: 空心 3">
            <a:extLst>
              <a:ext uri="{FF2B5EF4-FFF2-40B4-BE49-F238E27FC236}">
                <a16:creationId xmlns:a16="http://schemas.microsoft.com/office/drawing/2014/main" id="{AB2A27CC-17B0-2032-A625-C7C4C55DC502}"/>
              </a:ext>
            </a:extLst>
          </p:cNvPr>
          <p:cNvSpPr>
            <a:spLocks noChangeAspect="1"/>
          </p:cNvSpPr>
          <p:nvPr/>
        </p:nvSpPr>
        <p:spPr>
          <a:xfrm>
            <a:off x="3738000" y="1071000"/>
            <a:ext cx="4716000" cy="4716000"/>
          </a:xfrm>
          <a:prstGeom prst="donut">
            <a:avLst>
              <a:gd name="adj" fmla="val 14334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dirty="0">
              <a:solidFill>
                <a:schemeClr val="tx1"/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6E9FC98-3FA8-526D-3793-FF5E5E6A1A13}"/>
              </a:ext>
            </a:extLst>
          </p:cNvPr>
          <p:cNvCxnSpPr>
            <a:stCxn id="4" idx="0"/>
          </p:cNvCxnSpPr>
          <p:nvPr/>
        </p:nvCxnSpPr>
        <p:spPr>
          <a:xfrm>
            <a:off x="6096000" y="1071000"/>
            <a:ext cx="0" cy="681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ABEE7C1-2750-53EA-B715-B0D0C546D955}"/>
              </a:ext>
            </a:extLst>
          </p:cNvPr>
          <p:cNvCxnSpPr>
            <a:stCxn id="4" idx="4"/>
          </p:cNvCxnSpPr>
          <p:nvPr/>
        </p:nvCxnSpPr>
        <p:spPr>
          <a:xfrm flipV="1">
            <a:off x="6096000" y="5113020"/>
            <a:ext cx="0" cy="6739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508AE948-F7E9-7D64-BEBD-56B7089E795E}"/>
              </a:ext>
            </a:extLst>
          </p:cNvPr>
          <p:cNvSpPr/>
          <p:nvPr/>
        </p:nvSpPr>
        <p:spPr>
          <a:xfrm>
            <a:off x="6073140" y="3406140"/>
            <a:ext cx="45719" cy="45720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ln w="19050">
                <a:solidFill>
                  <a:schemeClr val="tx1"/>
                </a:solidFill>
              </a:ln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4365167-1555-47A0-1B45-5C1D39EF2CC9}"/>
              </a:ext>
            </a:extLst>
          </p:cNvPr>
          <p:cNvCxnSpPr>
            <a:cxnSpLocks/>
          </p:cNvCxnSpPr>
          <p:nvPr/>
        </p:nvCxnSpPr>
        <p:spPr>
          <a:xfrm flipH="1">
            <a:off x="5821680" y="1083750"/>
            <a:ext cx="541020" cy="4690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49E5A8F-C591-E01A-0AFC-1E3E75619B61}"/>
              </a:ext>
            </a:extLst>
          </p:cNvPr>
          <p:cNvCxnSpPr>
            <a:cxnSpLocks/>
          </p:cNvCxnSpPr>
          <p:nvPr/>
        </p:nvCxnSpPr>
        <p:spPr>
          <a:xfrm>
            <a:off x="5821680" y="1083750"/>
            <a:ext cx="541020" cy="4690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C67146E-3503-DA7E-734B-064C0B30BB7B}"/>
              </a:ext>
            </a:extLst>
          </p:cNvPr>
          <p:cNvCxnSpPr>
            <a:cxnSpLocks/>
          </p:cNvCxnSpPr>
          <p:nvPr/>
        </p:nvCxnSpPr>
        <p:spPr>
          <a:xfrm flipH="1">
            <a:off x="5554981" y="1127760"/>
            <a:ext cx="1059179" cy="46024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4D4C1AD-EB67-41D3-0328-C7EA1AB8AFF2}"/>
              </a:ext>
            </a:extLst>
          </p:cNvPr>
          <p:cNvCxnSpPr/>
          <p:nvPr/>
        </p:nvCxnSpPr>
        <p:spPr>
          <a:xfrm flipH="1">
            <a:off x="5318760" y="1196340"/>
            <a:ext cx="1531620" cy="4465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DD9A2E7-D54D-1E56-93FB-8A176ECC0986}"/>
              </a:ext>
            </a:extLst>
          </p:cNvPr>
          <p:cNvCxnSpPr>
            <a:cxnSpLocks/>
          </p:cNvCxnSpPr>
          <p:nvPr/>
        </p:nvCxnSpPr>
        <p:spPr>
          <a:xfrm flipH="1">
            <a:off x="5105400" y="1287780"/>
            <a:ext cx="1958340" cy="4282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BA8D9F4-052C-ADF1-6C86-EB641C806E17}"/>
              </a:ext>
            </a:extLst>
          </p:cNvPr>
          <p:cNvCxnSpPr>
            <a:cxnSpLocks/>
          </p:cNvCxnSpPr>
          <p:nvPr/>
        </p:nvCxnSpPr>
        <p:spPr>
          <a:xfrm flipV="1">
            <a:off x="4876800" y="1402080"/>
            <a:ext cx="2407920" cy="40479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ED2BCAD-D6E9-88F0-565A-2161354FCEC2}"/>
              </a:ext>
            </a:extLst>
          </p:cNvPr>
          <p:cNvCxnSpPr>
            <a:cxnSpLocks/>
          </p:cNvCxnSpPr>
          <p:nvPr/>
        </p:nvCxnSpPr>
        <p:spPr>
          <a:xfrm flipH="1">
            <a:off x="4663440" y="1541145"/>
            <a:ext cx="2828340" cy="37471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E7B00F52-6EEA-2735-8C14-A71BD15486FA}"/>
              </a:ext>
            </a:extLst>
          </p:cNvPr>
          <p:cNvCxnSpPr>
            <a:cxnSpLocks/>
          </p:cNvCxnSpPr>
          <p:nvPr/>
        </p:nvCxnSpPr>
        <p:spPr>
          <a:xfrm>
            <a:off x="5554981" y="1127760"/>
            <a:ext cx="1059179" cy="46024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16F7C3E-EB2B-1414-E56F-00492879557E}"/>
              </a:ext>
            </a:extLst>
          </p:cNvPr>
          <p:cNvCxnSpPr>
            <a:cxnSpLocks/>
          </p:cNvCxnSpPr>
          <p:nvPr/>
        </p:nvCxnSpPr>
        <p:spPr>
          <a:xfrm>
            <a:off x="5318760" y="1196340"/>
            <a:ext cx="1546860" cy="44729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5854F5AF-8D66-1A99-E3BC-794EE0B2CF67}"/>
              </a:ext>
            </a:extLst>
          </p:cNvPr>
          <p:cNvCxnSpPr>
            <a:cxnSpLocks/>
          </p:cNvCxnSpPr>
          <p:nvPr/>
        </p:nvCxnSpPr>
        <p:spPr>
          <a:xfrm>
            <a:off x="5073015" y="1301115"/>
            <a:ext cx="2028465" cy="42445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941BB222-FC38-B717-4CD8-4FBA7B7141E1}"/>
              </a:ext>
            </a:extLst>
          </p:cNvPr>
          <p:cNvCxnSpPr>
            <a:cxnSpLocks/>
          </p:cNvCxnSpPr>
          <p:nvPr/>
        </p:nvCxnSpPr>
        <p:spPr>
          <a:xfrm>
            <a:off x="4836795" y="1432560"/>
            <a:ext cx="2503805" cy="39928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56770B1-177F-F914-16C1-393D73E99F59}"/>
              </a:ext>
            </a:extLst>
          </p:cNvPr>
          <p:cNvCxnSpPr>
            <a:cxnSpLocks/>
          </p:cNvCxnSpPr>
          <p:nvPr/>
        </p:nvCxnSpPr>
        <p:spPr>
          <a:xfrm>
            <a:off x="4632960" y="1569720"/>
            <a:ext cx="2918460" cy="37109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流程图: 接点 69">
            <a:extLst>
              <a:ext uri="{FF2B5EF4-FFF2-40B4-BE49-F238E27FC236}">
                <a16:creationId xmlns:a16="http://schemas.microsoft.com/office/drawing/2014/main" id="{571FC460-870E-2EA9-62F9-1EAA6BA1B03E}"/>
              </a:ext>
            </a:extLst>
          </p:cNvPr>
          <p:cNvSpPr/>
          <p:nvPr/>
        </p:nvSpPr>
        <p:spPr>
          <a:xfrm>
            <a:off x="4396745" y="1752600"/>
            <a:ext cx="3398515" cy="335137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8EC640E4-0F2F-A219-6DBC-2284B3E3092E}"/>
              </a:ext>
            </a:extLst>
          </p:cNvPr>
          <p:cNvSpPr txBox="1"/>
          <p:nvPr/>
        </p:nvSpPr>
        <p:spPr>
          <a:xfrm rot="247008">
            <a:off x="6098108" y="1272507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50" dirty="0"/>
              <a:t>0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AABBC06F-8605-E8F4-8CB4-24474C9C79D8}"/>
              </a:ext>
            </a:extLst>
          </p:cNvPr>
          <p:cNvSpPr txBox="1"/>
          <p:nvPr/>
        </p:nvSpPr>
        <p:spPr>
          <a:xfrm rot="518574">
            <a:off x="6309174" y="1298574"/>
            <a:ext cx="1947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1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31A68FB-0B7E-8613-5BA2-9B8F4F9829D7}"/>
              </a:ext>
            </a:extLst>
          </p:cNvPr>
          <p:cNvSpPr txBox="1"/>
          <p:nvPr/>
        </p:nvSpPr>
        <p:spPr>
          <a:xfrm rot="518574">
            <a:off x="6522967" y="1331020"/>
            <a:ext cx="1947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2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2675579-CA45-F7AC-3434-1DABB4318876}"/>
              </a:ext>
            </a:extLst>
          </p:cNvPr>
          <p:cNvSpPr txBox="1"/>
          <p:nvPr/>
        </p:nvSpPr>
        <p:spPr>
          <a:xfrm rot="934013">
            <a:off x="6745990" y="1400971"/>
            <a:ext cx="1947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3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6F0E4C2-399A-C1D5-12F7-241747AB915F}"/>
              </a:ext>
            </a:extLst>
          </p:cNvPr>
          <p:cNvSpPr txBox="1"/>
          <p:nvPr/>
        </p:nvSpPr>
        <p:spPr>
          <a:xfrm rot="1685683">
            <a:off x="6864846" y="1482254"/>
            <a:ext cx="1947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4</a:t>
            </a:r>
          </a:p>
          <a:p>
            <a:endParaRPr lang="en-HK" sz="105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BEF40EE-B365-8EC5-B6B3-9FFD1C0CBC43}"/>
              </a:ext>
            </a:extLst>
          </p:cNvPr>
          <p:cNvSpPr txBox="1"/>
          <p:nvPr/>
        </p:nvSpPr>
        <p:spPr>
          <a:xfrm rot="2094022">
            <a:off x="7048015" y="1580537"/>
            <a:ext cx="1947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5</a:t>
            </a:r>
          </a:p>
          <a:p>
            <a:endParaRPr lang="en-HK" sz="105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F760C55B-C025-D09C-693F-8452D98FB5A6}"/>
              </a:ext>
            </a:extLst>
          </p:cNvPr>
          <p:cNvSpPr txBox="1"/>
          <p:nvPr/>
        </p:nvSpPr>
        <p:spPr>
          <a:xfrm rot="20840579">
            <a:off x="6288958" y="5334078"/>
            <a:ext cx="42830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88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7C5172A-671C-6072-7403-9930585D0BA9}"/>
              </a:ext>
            </a:extLst>
          </p:cNvPr>
          <p:cNvSpPr txBox="1"/>
          <p:nvPr/>
        </p:nvSpPr>
        <p:spPr>
          <a:xfrm rot="21402355">
            <a:off x="6072564" y="5334397"/>
            <a:ext cx="3347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89</a:t>
            </a:r>
          </a:p>
        </p:txBody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D4148BE2-94C4-EC49-7621-05ADD7D0A801}"/>
              </a:ext>
            </a:extLst>
          </p:cNvPr>
          <p:cNvSpPr/>
          <p:nvPr/>
        </p:nvSpPr>
        <p:spPr>
          <a:xfrm>
            <a:off x="5460047" y="2202602"/>
            <a:ext cx="1361440" cy="1850816"/>
          </a:xfrm>
          <a:custGeom>
            <a:avLst/>
            <a:gdLst>
              <a:gd name="connsiteX0" fmla="*/ 0 w 6522720"/>
              <a:gd name="connsiteY0" fmla="*/ 3573782 h 3581402"/>
              <a:gd name="connsiteX1" fmla="*/ 2011680 w 6522720"/>
              <a:gd name="connsiteY1" fmla="*/ 2476502 h 3581402"/>
              <a:gd name="connsiteX2" fmla="*/ 3253740 w 6522720"/>
              <a:gd name="connsiteY2" fmla="*/ 2 h 3581402"/>
              <a:gd name="connsiteX3" fmla="*/ 4495800 w 6522720"/>
              <a:gd name="connsiteY3" fmla="*/ 2461262 h 3581402"/>
              <a:gd name="connsiteX4" fmla="*/ 6522720 w 6522720"/>
              <a:gd name="connsiteY4" fmla="*/ 3581402 h 358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2720" h="3581402">
                <a:moveTo>
                  <a:pt x="0" y="3573782"/>
                </a:moveTo>
                <a:cubicBezTo>
                  <a:pt x="734695" y="3322957"/>
                  <a:pt x="1469390" y="3072132"/>
                  <a:pt x="2011680" y="2476502"/>
                </a:cubicBezTo>
                <a:cubicBezTo>
                  <a:pt x="2553970" y="1880872"/>
                  <a:pt x="2839720" y="2542"/>
                  <a:pt x="3253740" y="2"/>
                </a:cubicBezTo>
                <a:cubicBezTo>
                  <a:pt x="3667760" y="-2538"/>
                  <a:pt x="3950970" y="1864362"/>
                  <a:pt x="4495800" y="2461262"/>
                </a:cubicBezTo>
                <a:cubicBezTo>
                  <a:pt x="5040630" y="3058162"/>
                  <a:pt x="6149340" y="3519172"/>
                  <a:pt x="6522720" y="358140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HK">
              <a:solidFill>
                <a:srgbClr val="FF0000"/>
              </a:solidFill>
            </a:endParaRPr>
          </a:p>
        </p:txBody>
      </p:sp>
      <p:sp>
        <p:nvSpPr>
          <p:cNvPr id="130" name="文本框 2">
            <a:extLst>
              <a:ext uri="{FF2B5EF4-FFF2-40B4-BE49-F238E27FC236}">
                <a16:creationId xmlns:a16="http://schemas.microsoft.com/office/drawing/2014/main" id="{30AFD2E9-78C6-9387-C105-FBB776A8E70D}"/>
              </a:ext>
            </a:extLst>
          </p:cNvPr>
          <p:cNvSpPr txBox="1"/>
          <p:nvPr/>
        </p:nvSpPr>
        <p:spPr>
          <a:xfrm>
            <a:off x="4769166" y="4218223"/>
            <a:ext cx="2653665" cy="278470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HK" sz="1800" dirty="0">
                <a:solidFill>
                  <a:srgbClr val="FF0000"/>
                </a:solidFill>
              </a:rPr>
              <a:t>G</a:t>
            </a:r>
            <a:r>
              <a:rPr lang="en-US" altLang="zh-CN" sz="1800" dirty="0" err="1">
                <a:solidFill>
                  <a:srgbClr val="FF0000"/>
                </a:solidFill>
              </a:rPr>
              <a:t>aussian</a:t>
            </a:r>
            <a:r>
              <a:rPr lang="en-US" altLang="zh-CN" sz="1800" dirty="0">
                <a:solidFill>
                  <a:srgbClr val="FF0000"/>
                </a:solidFill>
              </a:rPr>
              <a:t> Window Function</a:t>
            </a:r>
            <a:endParaRPr lang="en-HK" sz="1800" dirty="0">
              <a:solidFill>
                <a:srgbClr val="FF0000"/>
              </a:solidFill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8D3DBBB0-AD37-B7B3-1A8D-6A1BCC77B827}"/>
              </a:ext>
            </a:extLst>
          </p:cNvPr>
          <p:cNvSpPr txBox="1"/>
          <p:nvPr/>
        </p:nvSpPr>
        <p:spPr>
          <a:xfrm rot="20472053">
            <a:off x="6499946" y="5287862"/>
            <a:ext cx="3906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87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FD762D2-188B-181C-C58D-12670056DB6E}"/>
              </a:ext>
            </a:extLst>
          </p:cNvPr>
          <p:cNvSpPr txBox="1"/>
          <p:nvPr/>
        </p:nvSpPr>
        <p:spPr>
          <a:xfrm rot="20840579">
            <a:off x="6718247" y="5231976"/>
            <a:ext cx="42830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86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B57211BC-DA3B-A7A1-8F99-B4D2B4AA45AF}"/>
              </a:ext>
            </a:extLst>
          </p:cNvPr>
          <p:cNvSpPr txBox="1"/>
          <p:nvPr/>
        </p:nvSpPr>
        <p:spPr>
          <a:xfrm rot="19888999">
            <a:off x="6911594" y="5138549"/>
            <a:ext cx="42830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85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D7CEEB8C-9BAA-44DA-700D-695FF5ADD544}"/>
              </a:ext>
            </a:extLst>
          </p:cNvPr>
          <p:cNvSpPr txBox="1"/>
          <p:nvPr/>
        </p:nvSpPr>
        <p:spPr>
          <a:xfrm rot="19699576">
            <a:off x="7124576" y="5014602"/>
            <a:ext cx="42830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84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0D5A0D65-CBA3-9480-D3E6-DA25DC8EE957}"/>
              </a:ext>
            </a:extLst>
          </p:cNvPr>
          <p:cNvSpPr txBox="1"/>
          <p:nvPr/>
        </p:nvSpPr>
        <p:spPr>
          <a:xfrm rot="21426903">
            <a:off x="5791723" y="1265788"/>
            <a:ext cx="391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50" dirty="0"/>
              <a:t>179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4E92DD9-33E4-B6EC-754D-DD108D7C893D}"/>
              </a:ext>
            </a:extLst>
          </p:cNvPr>
          <p:cNvSpPr txBox="1"/>
          <p:nvPr/>
        </p:nvSpPr>
        <p:spPr>
          <a:xfrm rot="20984231">
            <a:off x="5542711" y="1297060"/>
            <a:ext cx="391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50" dirty="0"/>
              <a:t>178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BE0EF828-37E2-9E2B-821A-40EC347B5D9A}"/>
              </a:ext>
            </a:extLst>
          </p:cNvPr>
          <p:cNvSpPr txBox="1"/>
          <p:nvPr/>
        </p:nvSpPr>
        <p:spPr>
          <a:xfrm rot="20631074">
            <a:off x="5328040" y="1340517"/>
            <a:ext cx="391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50" dirty="0"/>
              <a:t>177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9B948A45-5013-CFAD-14F9-4DC5B0A6EAB4}"/>
              </a:ext>
            </a:extLst>
          </p:cNvPr>
          <p:cNvSpPr txBox="1"/>
          <p:nvPr/>
        </p:nvSpPr>
        <p:spPr>
          <a:xfrm rot="20147966">
            <a:off x="5123033" y="1425792"/>
            <a:ext cx="391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50" dirty="0"/>
              <a:t>176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33BA0891-BCF7-E80F-DECB-BD45CE3D27EF}"/>
              </a:ext>
            </a:extLst>
          </p:cNvPr>
          <p:cNvSpPr txBox="1"/>
          <p:nvPr/>
        </p:nvSpPr>
        <p:spPr>
          <a:xfrm rot="19922499">
            <a:off x="4922347" y="1535039"/>
            <a:ext cx="391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50" dirty="0"/>
              <a:t>175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253B7D7-4BAF-A789-2052-331A0F66D75A}"/>
              </a:ext>
            </a:extLst>
          </p:cNvPr>
          <p:cNvSpPr txBox="1"/>
          <p:nvPr/>
        </p:nvSpPr>
        <p:spPr>
          <a:xfrm rot="19350474">
            <a:off x="4726877" y="1651494"/>
            <a:ext cx="391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50" dirty="0"/>
              <a:t>174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CD9B0DD4-989A-6489-B615-8F12C25E6115}"/>
              </a:ext>
            </a:extLst>
          </p:cNvPr>
          <p:cNvSpPr txBox="1"/>
          <p:nvPr/>
        </p:nvSpPr>
        <p:spPr>
          <a:xfrm rot="21402355">
            <a:off x="5803522" y="5331408"/>
            <a:ext cx="327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90</a:t>
            </a: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39FCD1AC-2B43-CC4C-6365-E6D34DFD1A31}"/>
              </a:ext>
            </a:extLst>
          </p:cNvPr>
          <p:cNvSpPr txBox="1"/>
          <p:nvPr/>
        </p:nvSpPr>
        <p:spPr>
          <a:xfrm rot="21402355">
            <a:off x="4768927" y="4988278"/>
            <a:ext cx="327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95</a:t>
            </a: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7E7D6F24-8DB7-26F2-4DCD-F30C52699C5C}"/>
              </a:ext>
            </a:extLst>
          </p:cNvPr>
          <p:cNvSpPr txBox="1"/>
          <p:nvPr/>
        </p:nvSpPr>
        <p:spPr>
          <a:xfrm rot="21402355">
            <a:off x="5592485" y="5317904"/>
            <a:ext cx="327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91</a:t>
            </a: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BF5C29FE-BA88-9D14-14C5-2D31FB5DE202}"/>
              </a:ext>
            </a:extLst>
          </p:cNvPr>
          <p:cNvSpPr txBox="1"/>
          <p:nvPr/>
        </p:nvSpPr>
        <p:spPr>
          <a:xfrm rot="21402355">
            <a:off x="5371672" y="5269712"/>
            <a:ext cx="327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92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3F8EC4E7-192F-1A4C-F27B-9039BE409C91}"/>
              </a:ext>
            </a:extLst>
          </p:cNvPr>
          <p:cNvSpPr txBox="1"/>
          <p:nvPr/>
        </p:nvSpPr>
        <p:spPr>
          <a:xfrm rot="21402355">
            <a:off x="5188427" y="5208058"/>
            <a:ext cx="327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93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C554BBCD-EE57-BE8B-71C1-F01885C61039}"/>
              </a:ext>
            </a:extLst>
          </p:cNvPr>
          <p:cNvSpPr txBox="1"/>
          <p:nvPr/>
        </p:nvSpPr>
        <p:spPr>
          <a:xfrm rot="21402355">
            <a:off x="4982122" y="5099352"/>
            <a:ext cx="327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94</a:t>
            </a:r>
          </a:p>
        </p:txBody>
      </p:sp>
      <p:sp>
        <p:nvSpPr>
          <p:cNvPr id="148" name="流程图: 接点 147">
            <a:extLst>
              <a:ext uri="{FF2B5EF4-FFF2-40B4-BE49-F238E27FC236}">
                <a16:creationId xmlns:a16="http://schemas.microsoft.com/office/drawing/2014/main" id="{32A7C3DD-8E5D-8993-0F03-2B4C31B28D46}"/>
              </a:ext>
            </a:extLst>
          </p:cNvPr>
          <p:cNvSpPr>
            <a:spLocks noChangeAspect="1"/>
          </p:cNvSpPr>
          <p:nvPr/>
        </p:nvSpPr>
        <p:spPr>
          <a:xfrm>
            <a:off x="7450134" y="1900936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49" name="流程图: 接点 148">
            <a:extLst>
              <a:ext uri="{FF2B5EF4-FFF2-40B4-BE49-F238E27FC236}">
                <a16:creationId xmlns:a16="http://schemas.microsoft.com/office/drawing/2014/main" id="{35637D0C-3A43-C1D2-9716-7728A4E4A6D5}"/>
              </a:ext>
            </a:extLst>
          </p:cNvPr>
          <p:cNvSpPr>
            <a:spLocks noChangeAspect="1"/>
          </p:cNvSpPr>
          <p:nvPr/>
        </p:nvSpPr>
        <p:spPr>
          <a:xfrm>
            <a:off x="7602534" y="2053336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0" name="流程图: 接点 149">
            <a:extLst>
              <a:ext uri="{FF2B5EF4-FFF2-40B4-BE49-F238E27FC236}">
                <a16:creationId xmlns:a16="http://schemas.microsoft.com/office/drawing/2014/main" id="{9E3E6127-DB7C-703C-98B5-A6342C8E0A3A}"/>
              </a:ext>
            </a:extLst>
          </p:cNvPr>
          <p:cNvSpPr>
            <a:spLocks noChangeAspect="1"/>
          </p:cNvSpPr>
          <p:nvPr/>
        </p:nvSpPr>
        <p:spPr>
          <a:xfrm>
            <a:off x="7754934" y="2205736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1" name="流程图: 接点 150">
            <a:extLst>
              <a:ext uri="{FF2B5EF4-FFF2-40B4-BE49-F238E27FC236}">
                <a16:creationId xmlns:a16="http://schemas.microsoft.com/office/drawing/2014/main" id="{715D28CC-9AD7-E7E7-FC55-C50C04650DAB}"/>
              </a:ext>
            </a:extLst>
          </p:cNvPr>
          <p:cNvSpPr>
            <a:spLocks noChangeAspect="1"/>
          </p:cNvSpPr>
          <p:nvPr/>
        </p:nvSpPr>
        <p:spPr>
          <a:xfrm>
            <a:off x="4677046" y="1918936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2" name="流程图: 接点 151">
            <a:extLst>
              <a:ext uri="{FF2B5EF4-FFF2-40B4-BE49-F238E27FC236}">
                <a16:creationId xmlns:a16="http://schemas.microsoft.com/office/drawing/2014/main" id="{3A679739-9ADD-9F62-7787-6A6BBBD9FBF4}"/>
              </a:ext>
            </a:extLst>
          </p:cNvPr>
          <p:cNvSpPr>
            <a:spLocks noChangeAspect="1"/>
          </p:cNvSpPr>
          <p:nvPr/>
        </p:nvSpPr>
        <p:spPr>
          <a:xfrm>
            <a:off x="4524024" y="2053336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3" name="流程图: 接点 152">
            <a:extLst>
              <a:ext uri="{FF2B5EF4-FFF2-40B4-BE49-F238E27FC236}">
                <a16:creationId xmlns:a16="http://schemas.microsoft.com/office/drawing/2014/main" id="{68B91625-00F3-2CF4-A09C-E0FEAE69325C}"/>
              </a:ext>
            </a:extLst>
          </p:cNvPr>
          <p:cNvSpPr>
            <a:spLocks noChangeAspect="1"/>
          </p:cNvSpPr>
          <p:nvPr/>
        </p:nvSpPr>
        <p:spPr>
          <a:xfrm>
            <a:off x="4397316" y="2238758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4" name="流程图: 接点 153">
            <a:extLst>
              <a:ext uri="{FF2B5EF4-FFF2-40B4-BE49-F238E27FC236}">
                <a16:creationId xmlns:a16="http://schemas.microsoft.com/office/drawing/2014/main" id="{5E60D4B7-A148-0EF7-7EF5-7A8CF1BC39C7}"/>
              </a:ext>
            </a:extLst>
          </p:cNvPr>
          <p:cNvSpPr>
            <a:spLocks noChangeAspect="1"/>
          </p:cNvSpPr>
          <p:nvPr/>
        </p:nvSpPr>
        <p:spPr>
          <a:xfrm>
            <a:off x="4667446" y="4885064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5" name="流程图: 接点 154">
            <a:extLst>
              <a:ext uri="{FF2B5EF4-FFF2-40B4-BE49-F238E27FC236}">
                <a16:creationId xmlns:a16="http://schemas.microsoft.com/office/drawing/2014/main" id="{02F9C784-0E75-880F-11AF-83630B3B335A}"/>
              </a:ext>
            </a:extLst>
          </p:cNvPr>
          <p:cNvSpPr>
            <a:spLocks noChangeAspect="1"/>
          </p:cNvSpPr>
          <p:nvPr/>
        </p:nvSpPr>
        <p:spPr>
          <a:xfrm>
            <a:off x="4518367" y="4717000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6" name="流程图: 接点 155">
            <a:extLst>
              <a:ext uri="{FF2B5EF4-FFF2-40B4-BE49-F238E27FC236}">
                <a16:creationId xmlns:a16="http://schemas.microsoft.com/office/drawing/2014/main" id="{6B6471B8-4C25-136D-484A-6BCC95A8383D}"/>
              </a:ext>
            </a:extLst>
          </p:cNvPr>
          <p:cNvSpPr>
            <a:spLocks noChangeAspect="1"/>
          </p:cNvSpPr>
          <p:nvPr/>
        </p:nvSpPr>
        <p:spPr>
          <a:xfrm>
            <a:off x="4393980" y="4521708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7" name="流程图: 接点 156">
            <a:extLst>
              <a:ext uri="{FF2B5EF4-FFF2-40B4-BE49-F238E27FC236}">
                <a16:creationId xmlns:a16="http://schemas.microsoft.com/office/drawing/2014/main" id="{1796598A-CC2C-9828-90B9-0CB59BC0389A}"/>
              </a:ext>
            </a:extLst>
          </p:cNvPr>
          <p:cNvSpPr>
            <a:spLocks noChangeAspect="1"/>
          </p:cNvSpPr>
          <p:nvPr/>
        </p:nvSpPr>
        <p:spPr>
          <a:xfrm>
            <a:off x="7463337" y="4848357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8" name="流程图: 接点 157">
            <a:extLst>
              <a:ext uri="{FF2B5EF4-FFF2-40B4-BE49-F238E27FC236}">
                <a16:creationId xmlns:a16="http://schemas.microsoft.com/office/drawing/2014/main" id="{8FD597D8-FB9B-300F-BBE4-47139092C717}"/>
              </a:ext>
            </a:extLst>
          </p:cNvPr>
          <p:cNvSpPr>
            <a:spLocks noChangeAspect="1"/>
          </p:cNvSpPr>
          <p:nvPr/>
        </p:nvSpPr>
        <p:spPr>
          <a:xfrm>
            <a:off x="7623150" y="4712902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9" name="流程图: 接点 158">
            <a:extLst>
              <a:ext uri="{FF2B5EF4-FFF2-40B4-BE49-F238E27FC236}">
                <a16:creationId xmlns:a16="http://schemas.microsoft.com/office/drawing/2014/main" id="{A9FA0CE6-9104-E5C9-2BE3-EFDF4C28B95E}"/>
              </a:ext>
            </a:extLst>
          </p:cNvPr>
          <p:cNvSpPr>
            <a:spLocks noChangeAspect="1"/>
          </p:cNvSpPr>
          <p:nvPr/>
        </p:nvSpPr>
        <p:spPr>
          <a:xfrm>
            <a:off x="7751635" y="4521708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56769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56</Words>
  <Application>Microsoft Office PowerPoint</Application>
  <PresentationFormat>宽屏</PresentationFormat>
  <Paragraphs>36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CMMI12</vt:lpstr>
      <vt:lpstr>TimesNewRomanPSMT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zhenyu</dc:creator>
  <cp:lastModifiedBy>zhou zhenyu</cp:lastModifiedBy>
  <cp:revision>2</cp:revision>
  <dcterms:created xsi:type="dcterms:W3CDTF">2022-07-13T02:30:11Z</dcterms:created>
  <dcterms:modified xsi:type="dcterms:W3CDTF">2022-07-27T11:09:45Z</dcterms:modified>
</cp:coreProperties>
</file>